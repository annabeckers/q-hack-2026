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otte Bähn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Argus: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AI Usage Intelligence Plattform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helps companies govern AI adoption before liability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employees leaking data to LLMs and you don’t know 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(source code, customer data)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no visibility or control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this is reality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growing compliance gap in your blindspot (AI usage increases)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de">
                <a:solidFill>
                  <a:schemeClr val="dk1"/>
                </a:solidFill>
              </a:rPr>
              <a:t>ARGUS takes this into the light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b55d395e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b55d395e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data integrity needs to be upheld! (fundamental principle) - data left your network -&gt; lost control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de" sz="1200">
                <a:solidFill>
                  <a:schemeClr val="dk1"/>
                </a:solidFill>
              </a:rPr>
              <a:t>EU AI Act mandates audit trails and risk documentation for AI usage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de"/>
              <a:t>most companies operate today: </a:t>
            </a:r>
            <a:endParaRPr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de"/>
              <a:t>data flowing out unchecked</a:t>
            </a:r>
            <a:endParaRPr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de"/>
              <a:t>no audit trail</a:t>
            </a:r>
            <a:endParaRPr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de"/>
              <a:t>no cost tracking</a:t>
            </a:r>
            <a:endParaRPr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de"/>
              <a:t>Data integrity: gone. Compliance: impossible.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with ARGUS deployed: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every flow monitored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risks flagged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data integrity upheld. A compliance score your auditor can actually use. Governed.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- potential customer receives easy to use ready-to-go lab device to test the service and proves your risk exposure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Then our engineers deploy ARGUS on your infrastructure - on-prem or as our managed service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b55d395e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b55d395e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In your ARGUS Dashboard right now: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- Secret &amp; credential leaks — caught before damage is done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- Full conversation audit trail — see exactly what was sent, to whom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- AI provider map — which tools your company actually uses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- Compliance risk score — audit-ready, always up to date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- Real AI spend — across all providers, by team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4024ef3b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4024ef3b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ingesting your AI conversations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run them through deterministic scanning + LLM analysis layer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live dashboard for event data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API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dashboard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whole stack runs on premise (your infrastructure) or we host it for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b55d395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b55d395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five risk categories today: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leaked secrets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hallucinated packages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data flows ( unspecific company info)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costs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and compliance exposure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Next: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live proxy that intercepts AI traffic in real time (no export needed) - just continuous monitoring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-&gt; full production deployment.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b55d395e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b55d395e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You can’t ban AI usage, it will be used anyway, you should govern. We built the governance layer.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Try it yourself now!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P2xH6sI9YVBZT-nrkLb5oLkSEycD90VS/vie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750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Screenshot 2026-04-09 at 03.13.47.png"/>
          <p:cNvPicPr preferRelativeResize="0"/>
          <p:nvPr/>
        </p:nvPicPr>
        <p:blipFill rotWithShape="1">
          <a:blip r:embed="rId4">
            <a:alphaModFix/>
          </a:blip>
          <a:srcRect r="73835"/>
          <a:stretch/>
        </p:blipFill>
        <p:spPr>
          <a:xfrm>
            <a:off x="334725" y="300475"/>
            <a:ext cx="2048550" cy="7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Data risk classification to cloud provider.png"/>
          <p:cNvPicPr preferRelativeResize="0"/>
          <p:nvPr/>
        </p:nvPicPr>
        <p:blipFill rotWithShape="1">
          <a:blip r:embed="rId3">
            <a:alphaModFix/>
          </a:blip>
          <a:srcRect l="4571" t="9609" b="11824"/>
          <a:stretch/>
        </p:blipFill>
        <p:spPr>
          <a:xfrm>
            <a:off x="45650" y="203350"/>
            <a:ext cx="8879224" cy="487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574950" y="0"/>
            <a:ext cx="19941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3220" b="1"/>
              <a:t>DEMO</a:t>
            </a:r>
            <a:endParaRPr sz="3220" b="1"/>
          </a:p>
        </p:txBody>
      </p:sp>
      <p:pic>
        <p:nvPicPr>
          <p:cNvPr id="61" name="Google Shape;61;p14" title="Bildschirmaufnahme 2026-04-09 um 11.26.1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56285"/>
            <a:ext cx="9144001" cy="44872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ChatGPT Image Apr 9, 2026 at 03_10_51 AM.png"/>
          <p:cNvPicPr preferRelativeResize="0"/>
          <p:nvPr/>
        </p:nvPicPr>
        <p:blipFill rotWithShape="1">
          <a:blip r:embed="rId3">
            <a:alphaModFix/>
          </a:blip>
          <a:srcRect b="24047"/>
          <a:stretch/>
        </p:blipFill>
        <p:spPr>
          <a:xfrm>
            <a:off x="557500" y="769125"/>
            <a:ext cx="8274801" cy="418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Screenshot 2026-04-09 at 03.13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50" y="330874"/>
            <a:ext cx="6706206" cy="65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l="4053" t="9295" r="5286" b="14457"/>
          <a:stretch/>
        </p:blipFill>
        <p:spPr>
          <a:xfrm>
            <a:off x="1237150" y="602150"/>
            <a:ext cx="6579924" cy="368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Try it Yourself!</a:t>
            </a:r>
            <a:endParaRPr/>
          </a:p>
        </p:txBody>
      </p:sp>
      <p:pic>
        <p:nvPicPr>
          <p:cNvPr id="83" name="Google Shape;83;p18" title="argus_qr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452" y="1578152"/>
            <a:ext cx="2870200" cy="28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On-screen Show (16:9)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PowerPoint Presentation</vt:lpstr>
      <vt:lpstr>DEMO</vt:lpstr>
      <vt:lpstr>PowerPoint Presentation</vt:lpstr>
      <vt:lpstr>PowerPoint Presentation</vt:lpstr>
      <vt:lpstr>Try it Yourself!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Knniff@gmx.de</cp:lastModifiedBy>
  <cp:revision>2</cp:revision>
  <dcterms:modified xsi:type="dcterms:W3CDTF">2026-04-09T10:39:24Z</dcterms:modified>
</cp:coreProperties>
</file>